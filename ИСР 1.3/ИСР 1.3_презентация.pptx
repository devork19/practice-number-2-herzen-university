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82"/>
  </p:normalViewPr>
  <p:slideViewPr>
    <p:cSldViewPr snapToGrid="0">
      <p:cViewPr varScale="1">
        <p:scale>
          <a:sx n="116" d="100"/>
          <a:sy n="116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141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71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4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08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010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65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197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05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01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22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34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156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848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400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4646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147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9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747C903-7614-5640-973B-E47C6782805E}" type="datetimeFigureOut">
              <a:rPr lang="ru-RU" smtClean="0"/>
              <a:t>26.09.2025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52EB50-0F3E-B042-8E66-D42E04C45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620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66" r:id="rId1"/>
    <p:sldLayoutId id="2147484267" r:id="rId2"/>
    <p:sldLayoutId id="2147484268" r:id="rId3"/>
    <p:sldLayoutId id="2147484269" r:id="rId4"/>
    <p:sldLayoutId id="2147484270" r:id="rId5"/>
    <p:sldLayoutId id="2147484271" r:id="rId6"/>
    <p:sldLayoutId id="2147484272" r:id="rId7"/>
    <p:sldLayoutId id="2147484273" r:id="rId8"/>
    <p:sldLayoutId id="2147484274" r:id="rId9"/>
    <p:sldLayoutId id="2147484275" r:id="rId10"/>
    <p:sldLayoutId id="2147484276" r:id="rId11"/>
    <p:sldLayoutId id="2147484277" r:id="rId12"/>
    <p:sldLayoutId id="2147484278" r:id="rId13"/>
    <p:sldLayoutId id="2147484279" r:id="rId14"/>
    <p:sldLayoutId id="2147484280" r:id="rId15"/>
    <p:sldLayoutId id="2147484281" r:id="rId16"/>
    <p:sldLayoutId id="214748428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AF8055-8705-FB4E-7196-F2ACBDB12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Руководство по </a:t>
            </a:r>
            <a:r>
              <a:rPr lang="en-US" dirty="0"/>
              <a:t>YOUGILE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F3FB1B-F49C-CA07-9DA6-48827D00A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Болгов </a:t>
            </a:r>
            <a:r>
              <a:rPr lang="ru-RU" dirty="0" err="1"/>
              <a:t>александр</a:t>
            </a:r>
            <a:endParaRPr lang="ru-RU" dirty="0"/>
          </a:p>
          <a:p>
            <a:r>
              <a:rPr lang="ru-RU" dirty="0" err="1"/>
              <a:t>Стажков</a:t>
            </a:r>
            <a:r>
              <a:rPr lang="ru-RU" dirty="0"/>
              <a:t> </a:t>
            </a:r>
            <a:r>
              <a:rPr lang="ru-RU" dirty="0" err="1"/>
              <a:t>данила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7139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5B5FF-A1AE-B8B0-524A-11027523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Регистрация</a:t>
            </a:r>
          </a:p>
        </p:txBody>
      </p:sp>
      <p:pic>
        <p:nvPicPr>
          <p:cNvPr id="5" name="Объект 4" descr="Изображение выглядит как текст, снимок экрана, логотип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B33B38-EB9B-66AA-C177-4A30BD8F83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95097" y="2065867"/>
            <a:ext cx="3122129" cy="36496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6E04F9-7F71-38CE-8B0C-0FBD1A9DC052}"/>
              </a:ext>
            </a:extLst>
          </p:cNvPr>
          <p:cNvSpPr txBox="1"/>
          <p:nvPr/>
        </p:nvSpPr>
        <p:spPr>
          <a:xfrm>
            <a:off x="685801" y="2065867"/>
            <a:ext cx="63066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Регистрация в </a:t>
            </a:r>
            <a:r>
              <a:rPr lang="en-US" sz="2400" dirty="0" err="1"/>
              <a:t>YouGile</a:t>
            </a:r>
            <a:r>
              <a:rPr lang="en-US" sz="2400" dirty="0"/>
              <a:t> </a:t>
            </a:r>
            <a:r>
              <a:rPr lang="ru-RU" sz="2400" dirty="0"/>
              <a:t>в сравнении с другими схожими приложениями очень удобная: либо по </a:t>
            </a:r>
            <a:r>
              <a:rPr lang="en-US" sz="2400" dirty="0"/>
              <a:t>e-mail, </a:t>
            </a:r>
            <a:r>
              <a:rPr lang="ru-RU" sz="2400" dirty="0"/>
              <a:t>либо можно сразу зайти через ваш аккаунт </a:t>
            </a:r>
            <a:r>
              <a:rPr lang="en-US" sz="2400" dirty="0"/>
              <a:t>google. </a:t>
            </a:r>
            <a:r>
              <a:rPr lang="ru-RU" sz="2400" dirty="0"/>
              <a:t>Важно использовать почту, к которой у вас есть быстрый доступ, поскольку вам будут приходить важные сообщения на ваш </a:t>
            </a:r>
            <a:r>
              <a:rPr lang="en-US" sz="2400" dirty="0"/>
              <a:t>e-mail.</a:t>
            </a:r>
            <a:r>
              <a:rPr lang="ru-RU" sz="2400" dirty="0"/>
              <a:t> Еще одним преимуществом приложения является полностью бесплатная подписка на компании до 10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160136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5715F3-1DFA-B0D7-31F8-B8DB2E3A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компании</a:t>
            </a:r>
          </a:p>
        </p:txBody>
      </p:sp>
      <p:pic>
        <p:nvPicPr>
          <p:cNvPr id="5" name="Объект 4" descr="Изображение выглядит как снимок экрана, Мультимедийное программное обеспечение, программное обеспечение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3F3E8F-A2BD-AF76-7442-2AF93479E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065867"/>
            <a:ext cx="6444570" cy="36496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89FE01-4250-EF99-29E5-9052F265B41E}"/>
              </a:ext>
            </a:extLst>
          </p:cNvPr>
          <p:cNvSpPr txBox="1"/>
          <p:nvPr/>
        </p:nvSpPr>
        <p:spPr>
          <a:xfrm>
            <a:off x="7667610" y="2264171"/>
            <a:ext cx="40126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После регистрации необходимо создать компанию. Для этого перейдите в раздел </a:t>
            </a:r>
            <a:r>
              <a:rPr lang="en-US" sz="2400" dirty="0"/>
              <a:t>“</a:t>
            </a:r>
            <a:r>
              <a:rPr lang="ru-RU" sz="2400" dirty="0"/>
              <a:t>Мой профиль</a:t>
            </a:r>
            <a:r>
              <a:rPr lang="en-US" sz="2400" dirty="0"/>
              <a:t>”, </a:t>
            </a:r>
            <a:r>
              <a:rPr lang="ru-RU" sz="2400" dirty="0"/>
              <a:t>расположенный в меню слева, пролистайте вниз и выберите пункт </a:t>
            </a:r>
            <a:r>
              <a:rPr lang="en-US" sz="2400" dirty="0"/>
              <a:t>“</a:t>
            </a:r>
            <a:r>
              <a:rPr lang="ru-RU" sz="2400" dirty="0"/>
              <a:t>Добавить компанию</a:t>
            </a:r>
            <a:r>
              <a:rPr lang="en-US" sz="2400" dirty="0"/>
              <a:t>”.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823453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5BB55-2336-35CA-0C9B-4D4BF40D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компании</a:t>
            </a:r>
          </a:p>
        </p:txBody>
      </p:sp>
      <p:pic>
        <p:nvPicPr>
          <p:cNvPr id="5" name="Объект 4" descr="Изображение выглядит как текст, Мультимедийное программное обеспечение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C507DA-EDA4-C66D-D0AB-4ACEDBADF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917" y="1977732"/>
            <a:ext cx="10131425" cy="192164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7FC352-CDF0-9AE7-40FF-7D002547A722}"/>
              </a:ext>
            </a:extLst>
          </p:cNvPr>
          <p:cNvSpPr txBox="1"/>
          <p:nvPr/>
        </p:nvSpPr>
        <p:spPr>
          <a:xfrm>
            <a:off x="685799" y="4170467"/>
            <a:ext cx="101314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Теперь в разделе </a:t>
            </a:r>
            <a:r>
              <a:rPr lang="en-US" sz="2400" dirty="0"/>
              <a:t>“</a:t>
            </a:r>
            <a:r>
              <a:rPr lang="ru-RU" sz="2400" dirty="0"/>
              <a:t>Моя компания</a:t>
            </a:r>
            <a:r>
              <a:rPr lang="en-US" sz="2400" dirty="0"/>
              <a:t>” </a:t>
            </a:r>
            <a:r>
              <a:rPr lang="ru-RU" sz="2400" dirty="0"/>
              <a:t>можно настроить вашу компанию: поменять название, подключить расширения, создать ссылку на компанию. Но самое важное: здесь вы добавляете сотрудников. Нужно просто ввести </a:t>
            </a:r>
            <a:r>
              <a:rPr lang="en-US" sz="2400" dirty="0"/>
              <a:t>e-mail </a:t>
            </a:r>
            <a:r>
              <a:rPr lang="ru-RU" sz="2400" dirty="0"/>
              <a:t>человека (именно поэтому важно указывать рабочий </a:t>
            </a:r>
            <a:r>
              <a:rPr lang="en-US" sz="2400" dirty="0"/>
              <a:t>e-mail, </a:t>
            </a:r>
            <a:r>
              <a:rPr lang="ru-RU" sz="2400" dirty="0"/>
              <a:t>к которому у вас есть доступ), и ему придет приглашение.</a:t>
            </a:r>
          </a:p>
        </p:txBody>
      </p:sp>
    </p:spTree>
    <p:extLst>
      <p:ext uri="{BB962C8B-B14F-4D97-AF65-F5344CB8AC3E}">
        <p14:creationId xmlns:p14="http://schemas.microsoft.com/office/powerpoint/2010/main" val="321844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D483-0380-2E43-4992-C982496D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настройки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EE6BE0E-7A75-7185-B45E-23D96D6CD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65867"/>
            <a:ext cx="5284607" cy="36496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F5ED0E-E6D2-A357-EF54-CBFDC713F459}"/>
              </a:ext>
            </a:extLst>
          </p:cNvPr>
          <p:cNvSpPr txBox="1"/>
          <p:nvPr/>
        </p:nvSpPr>
        <p:spPr>
          <a:xfrm>
            <a:off x="685801" y="2065867"/>
            <a:ext cx="44700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Также в этом разделе можно настроить отделы компании и распределить по ним сотрудников. Ниже можно регулировать роли по проектам и менять должности. У каждого сотрудника одна из трех ролей: управляющий, сотрудник или наблюдатель.</a:t>
            </a:r>
          </a:p>
        </p:txBody>
      </p:sp>
    </p:spTree>
    <p:extLst>
      <p:ext uri="{BB962C8B-B14F-4D97-AF65-F5344CB8AC3E}">
        <p14:creationId xmlns:p14="http://schemas.microsoft.com/office/powerpoint/2010/main" val="3451201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E16CB-B8A5-EB89-D57C-E3E8B9952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проекта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FEB2B83-B03B-1B70-67C8-AB651168E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2275188"/>
            <a:ext cx="4471934" cy="355273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746892-0989-6ECB-34F6-768F0939B67A}"/>
              </a:ext>
            </a:extLst>
          </p:cNvPr>
          <p:cNvSpPr txBox="1"/>
          <p:nvPr/>
        </p:nvSpPr>
        <p:spPr>
          <a:xfrm>
            <a:off x="5457939" y="2065867"/>
            <a:ext cx="60482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Чтобы создать проект, необходимо в том же меню слева выбрать пункт </a:t>
            </a:r>
            <a:r>
              <a:rPr lang="en-US" sz="2400" dirty="0"/>
              <a:t>“</a:t>
            </a:r>
            <a:r>
              <a:rPr lang="ru-RU" sz="2400" dirty="0"/>
              <a:t>Добавить проект</a:t>
            </a:r>
            <a:r>
              <a:rPr lang="en-US" sz="2400" dirty="0"/>
              <a:t>”</a:t>
            </a:r>
            <a:r>
              <a:rPr lang="ru-RU" sz="2400" dirty="0"/>
              <a:t>. После этого откроется новое окно, в котором вы можете выбрать тип проекта. Здесь же нужно ввести название проекта, можно сразу создать групповой чат. Также можно выбрать участников проекта, и тут есть важный момент. Проект создается внутри компании, поэтому здесь вы можете добавить только тех людей, которые добавлены в вашу компанию.</a:t>
            </a:r>
          </a:p>
        </p:txBody>
      </p:sp>
    </p:spTree>
    <p:extLst>
      <p:ext uri="{BB962C8B-B14F-4D97-AF65-F5344CB8AC3E}">
        <p14:creationId xmlns:p14="http://schemas.microsoft.com/office/powerpoint/2010/main" val="3591350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10E7F-B55E-1C18-CBCF-E2647F43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Доска задач</a:t>
            </a:r>
          </a:p>
        </p:txBody>
      </p:sp>
      <p:pic>
        <p:nvPicPr>
          <p:cNvPr id="5" name="Объект 4" descr="Изображение выглядит как транспортное средство, Наземный транспорт, машина, капюш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442E0D-AE55-E658-DCA2-2661EC49F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2867" y="2065867"/>
            <a:ext cx="5388144" cy="36496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1F9185-8610-7DFB-7FC8-4DD217D7DA1B}"/>
              </a:ext>
            </a:extLst>
          </p:cNvPr>
          <p:cNvSpPr txBox="1"/>
          <p:nvPr/>
        </p:nvSpPr>
        <p:spPr>
          <a:xfrm>
            <a:off x="685801" y="2182538"/>
            <a:ext cx="46381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После создания проекта открывается доска задач, которая также называется </a:t>
            </a:r>
            <a:r>
              <a:rPr lang="en-US" sz="2400" dirty="0"/>
              <a:t>kanban</a:t>
            </a:r>
            <a:r>
              <a:rPr lang="ru-RU" sz="2400" dirty="0"/>
              <a:t>-доской. В ней располагаются колонки и сводки. Чтобы добавить колонку, нажмите </a:t>
            </a:r>
            <a:r>
              <a:rPr lang="en-US" sz="2400" dirty="0"/>
              <a:t>“</a:t>
            </a:r>
            <a:r>
              <a:rPr lang="ru-RU" sz="2400" dirty="0"/>
              <a:t>Создать колонку</a:t>
            </a:r>
            <a:r>
              <a:rPr lang="en-US" sz="2400" dirty="0"/>
              <a:t>”</a:t>
            </a:r>
            <a:r>
              <a:rPr lang="ru-RU" sz="2400" dirty="0"/>
              <a:t>, чтобы ее удалить, нажмите на три точки рядом с названием колонки и выберите </a:t>
            </a:r>
            <a:r>
              <a:rPr lang="en-US" sz="2400" dirty="0"/>
              <a:t>“</a:t>
            </a:r>
            <a:r>
              <a:rPr lang="ru-RU" sz="2400" dirty="0"/>
              <a:t>Удалить</a:t>
            </a:r>
            <a:r>
              <a:rPr lang="en-US" sz="2400" dirty="0"/>
              <a:t>”.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96193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52B9B-D323-E15F-8989-4AC88D05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задач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34BE1C-14B2-9A3C-309E-9BB73E9E5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9064" y="2065867"/>
            <a:ext cx="3028568" cy="36496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277E96-F7F9-6F53-E4AC-CFA99211EC02}"/>
              </a:ext>
            </a:extLst>
          </p:cNvPr>
          <p:cNvSpPr txBox="1"/>
          <p:nvPr/>
        </p:nvSpPr>
        <p:spPr>
          <a:xfrm>
            <a:off x="685801" y="2551870"/>
            <a:ext cx="679669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Чтобы создать новую задачу, нажмите на пункт </a:t>
            </a:r>
            <a:r>
              <a:rPr lang="en-US" sz="2400" dirty="0"/>
              <a:t>“</a:t>
            </a:r>
            <a:r>
              <a:rPr lang="ru-RU" sz="2400" dirty="0"/>
              <a:t>Добавить задачу</a:t>
            </a:r>
            <a:r>
              <a:rPr lang="en-US" sz="2400" dirty="0"/>
              <a:t>” </a:t>
            </a:r>
            <a:r>
              <a:rPr lang="ru-RU" sz="2400" dirty="0"/>
              <a:t>внутри соответствующей колонки. После этого можно ввести название этой задачи, и, нажав на три точки рядом с названием, откроется меню для редактирования задачи. Например, можно отметить ее как выполненную или создать подзадачи.</a:t>
            </a:r>
          </a:p>
        </p:txBody>
      </p:sp>
    </p:spTree>
    <p:extLst>
      <p:ext uri="{BB962C8B-B14F-4D97-AF65-F5344CB8AC3E}">
        <p14:creationId xmlns:p14="http://schemas.microsoft.com/office/powerpoint/2010/main" val="17067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E9D24-368E-E2BD-4BF2-340DC32EF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настройки задач</a:t>
            </a:r>
          </a:p>
        </p:txBody>
      </p:sp>
      <p:pic>
        <p:nvPicPr>
          <p:cNvPr id="10" name="Объект 9" descr="Изображение выглядит как текст, снимок экрана, мультимеди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33D9EB-AE9D-92EA-EF91-B4C67FBA3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372" y="2152554"/>
            <a:ext cx="3744767" cy="364966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44AB32-A24A-DF68-0678-E7886B6E7D89}"/>
              </a:ext>
            </a:extLst>
          </p:cNvPr>
          <p:cNvSpPr txBox="1"/>
          <p:nvPr/>
        </p:nvSpPr>
        <p:spPr>
          <a:xfrm>
            <a:off x="5306235" y="2638557"/>
            <a:ext cx="51779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Одна из самых полезных настроек у задачи это добавление стикеров. Они могут быть разных видов, например, содержать данные об исполнителе, устанавливать дедлайн или приоритет. Настроить стикеры можно отдельно в настройках проекта. </a:t>
            </a:r>
          </a:p>
        </p:txBody>
      </p:sp>
    </p:spTree>
    <p:extLst>
      <p:ext uri="{BB962C8B-B14F-4D97-AF65-F5344CB8AC3E}">
        <p14:creationId xmlns:p14="http://schemas.microsoft.com/office/powerpoint/2010/main" val="226155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7899F-743D-8B23-9DEB-A9F61CD4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Чаты</a:t>
            </a:r>
          </a:p>
        </p:txBody>
      </p:sp>
      <p:pic>
        <p:nvPicPr>
          <p:cNvPr id="5" name="Объект 4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6D766E-E73A-BEF5-A70A-1DFA4F5BA6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306" y="2065867"/>
            <a:ext cx="5399499" cy="36496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A75B2-D08A-A75A-FA8F-63442796CCBE}"/>
              </a:ext>
            </a:extLst>
          </p:cNvPr>
          <p:cNvSpPr txBox="1"/>
          <p:nvPr/>
        </p:nvSpPr>
        <p:spPr>
          <a:xfrm>
            <a:off x="6830458" y="2551870"/>
            <a:ext cx="45682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 каждой задачи есть свой чат, в который можно добавлять нужных участников. Это позволяет вести обсуждение выполнения конкретной задачи на протяжении всей разработки, что очень удобно.</a:t>
            </a:r>
          </a:p>
        </p:txBody>
      </p:sp>
    </p:spTree>
    <p:extLst>
      <p:ext uri="{BB962C8B-B14F-4D97-AF65-F5344CB8AC3E}">
        <p14:creationId xmlns:p14="http://schemas.microsoft.com/office/powerpoint/2010/main" val="3778281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5EB62-791E-41E7-6924-B1CD1C15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проекта</a:t>
            </a:r>
          </a:p>
        </p:txBody>
      </p:sp>
      <p:pic>
        <p:nvPicPr>
          <p:cNvPr id="5" name="Объект 4" descr="Изображение выглядит как Наземный транспорт, транспортное средство, колесо, Автомобильны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A75E17-CC1E-4133-3A04-693850AEA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59915" y="2000500"/>
            <a:ext cx="5923402" cy="402487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252D7C-C254-82FF-F4FF-A68FAA595B7D}"/>
              </a:ext>
            </a:extLst>
          </p:cNvPr>
          <p:cNvSpPr txBox="1"/>
          <p:nvPr/>
        </p:nvSpPr>
        <p:spPr>
          <a:xfrm>
            <a:off x="685801" y="2000500"/>
            <a:ext cx="47124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Создадим проект под названием </a:t>
            </a:r>
            <a:r>
              <a:rPr lang="en-US" sz="2400" dirty="0"/>
              <a:t>“</a:t>
            </a:r>
            <a:r>
              <a:rPr lang="ru-RU" sz="2400" dirty="0"/>
              <a:t>разработка мобильного приложения</a:t>
            </a:r>
            <a:r>
              <a:rPr lang="en-US" sz="2400" dirty="0"/>
              <a:t>”</a:t>
            </a:r>
            <a:r>
              <a:rPr lang="ru-RU" sz="2400" dirty="0"/>
              <a:t>. Выделим этапы прохождения задач по мере продвижения проекта в отдельные колонки: </a:t>
            </a:r>
            <a:r>
              <a:rPr lang="en-US" sz="2400" dirty="0"/>
              <a:t>backlog</a:t>
            </a:r>
            <a:r>
              <a:rPr lang="ru-RU" sz="2400" dirty="0"/>
              <a:t>, </a:t>
            </a:r>
            <a:r>
              <a:rPr lang="en-US" sz="2400" dirty="0"/>
              <a:t>ready for dev</a:t>
            </a:r>
            <a:r>
              <a:rPr lang="ru-RU" sz="2400" dirty="0"/>
              <a:t>, </a:t>
            </a:r>
            <a:r>
              <a:rPr lang="en-US" sz="2400" dirty="0"/>
              <a:t>in progress</a:t>
            </a:r>
            <a:r>
              <a:rPr lang="ru-RU" sz="2400" dirty="0"/>
              <a:t>, </a:t>
            </a:r>
            <a:r>
              <a:rPr lang="en-US" sz="2400" dirty="0"/>
              <a:t>code review</a:t>
            </a:r>
            <a:r>
              <a:rPr lang="ru-RU" sz="2400" dirty="0"/>
              <a:t>, </a:t>
            </a:r>
            <a:r>
              <a:rPr lang="en-US" sz="2400" dirty="0"/>
              <a:t>testing</a:t>
            </a:r>
            <a:r>
              <a:rPr lang="ru-RU" sz="2400" dirty="0"/>
              <a:t>, </a:t>
            </a:r>
            <a:r>
              <a:rPr lang="en-US" sz="2400" dirty="0"/>
              <a:t>done</a:t>
            </a:r>
            <a:r>
              <a:rPr lang="ru-RU" sz="2400" dirty="0"/>
              <a:t>. Затем добавим задачу “разработать экран авторизации” и добавим для нее стикеры.</a:t>
            </a:r>
          </a:p>
        </p:txBody>
      </p:sp>
    </p:spTree>
    <p:extLst>
      <p:ext uri="{BB962C8B-B14F-4D97-AF65-F5344CB8AC3E}">
        <p14:creationId xmlns:p14="http://schemas.microsoft.com/office/powerpoint/2010/main" val="301845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8D2EC-AA30-6F36-DA4C-6936EC94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задачи</a:t>
            </a:r>
          </a:p>
        </p:txBody>
      </p:sp>
      <p:pic>
        <p:nvPicPr>
          <p:cNvPr id="5" name="Объект 4" descr="Изображение выглядит как текст, снимок экрана, мультимеди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040452-680C-D788-0C2E-96FC5B80C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172" y="2386470"/>
            <a:ext cx="6550037" cy="31770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D152AD-A6C7-0853-DE57-28B836712EFF}"/>
              </a:ext>
            </a:extLst>
          </p:cNvPr>
          <p:cNvSpPr txBox="1"/>
          <p:nvPr/>
        </p:nvSpPr>
        <p:spPr>
          <a:xfrm>
            <a:off x="7711808" y="2386470"/>
            <a:ext cx="39881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Еще одна удобная фича: задачи можно очень просто перемещать курсором по нужным колонкам. Например, можно перетащить </a:t>
            </a:r>
            <a:r>
              <a:rPr lang="en-US" sz="2400" dirty="0"/>
              <a:t>“</a:t>
            </a:r>
            <a:r>
              <a:rPr lang="ru-RU" sz="2400" dirty="0"/>
              <a:t>разработать экран авторизации</a:t>
            </a:r>
            <a:r>
              <a:rPr lang="en-US" sz="2400" dirty="0"/>
              <a:t>” </a:t>
            </a:r>
            <a:r>
              <a:rPr lang="ru-RU" sz="2400" dirty="0"/>
              <a:t>из </a:t>
            </a:r>
            <a:r>
              <a:rPr lang="en-US" sz="2400" dirty="0"/>
              <a:t>backlog </a:t>
            </a:r>
            <a:r>
              <a:rPr lang="ru-RU" sz="2400" dirty="0"/>
              <a:t>в </a:t>
            </a:r>
            <a:r>
              <a:rPr lang="en-US" sz="2400" dirty="0"/>
              <a:t>ready for dev.</a:t>
            </a:r>
            <a:r>
              <a:rPr lang="ru-R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2221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78E3C-B390-3940-120D-5063D6CD5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Дополнительные визуализации задач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9229BD-8018-075C-A175-BAACD1A5DE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95909" y="2065867"/>
            <a:ext cx="3732024" cy="3663402"/>
          </a:xfrm>
        </p:spPr>
      </p:pic>
      <p:pic>
        <p:nvPicPr>
          <p:cNvPr id="8" name="Объект 7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72C52A-D65F-3D6E-A164-751A1E1A74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41568" y="2065867"/>
            <a:ext cx="4675658" cy="366340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F46817-2BC3-1568-30F5-597BC25BD5A4}"/>
              </a:ext>
            </a:extLst>
          </p:cNvPr>
          <p:cNvSpPr txBox="1"/>
          <p:nvPr/>
        </p:nvSpPr>
        <p:spPr>
          <a:xfrm>
            <a:off x="1809989" y="6017567"/>
            <a:ext cx="1703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Раздел </a:t>
            </a:r>
            <a:r>
              <a:rPr lang="ru-RU" sz="2400" dirty="0" err="1"/>
              <a:t>Гант</a:t>
            </a:r>
            <a:endParaRPr lang="ru-RU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5C494-3C94-1677-4B39-3B05D4F53DB2}"/>
              </a:ext>
            </a:extLst>
          </p:cNvPr>
          <p:cNvSpPr txBox="1"/>
          <p:nvPr/>
        </p:nvSpPr>
        <p:spPr>
          <a:xfrm>
            <a:off x="7191512" y="6017567"/>
            <a:ext cx="2575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Раздел Календарь</a:t>
            </a:r>
          </a:p>
        </p:txBody>
      </p:sp>
    </p:spTree>
    <p:extLst>
      <p:ext uri="{BB962C8B-B14F-4D97-AF65-F5344CB8AC3E}">
        <p14:creationId xmlns:p14="http://schemas.microsoft.com/office/powerpoint/2010/main" val="2961896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млекопитающее, кот, домашняя кош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C9FDC7-5838-D48F-E7D4-68F66E811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19410"/>
            <a:ext cx="7772400" cy="581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78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98</TotalTime>
  <Words>544</Words>
  <Application>Microsoft Macintosh PowerPoint</Application>
  <PresentationFormat>Широкоэкранный</PresentationFormat>
  <Paragraphs>28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Небесная</vt:lpstr>
      <vt:lpstr>Руководство по YOUGILE</vt:lpstr>
      <vt:lpstr>Регистрация</vt:lpstr>
      <vt:lpstr>Создание компании</vt:lpstr>
      <vt:lpstr>Настройки компании</vt:lpstr>
      <vt:lpstr>Дополнительные настройки</vt:lpstr>
      <vt:lpstr>Создание проекта</vt:lpstr>
      <vt:lpstr>Доска задач</vt:lpstr>
      <vt:lpstr>Создание задач</vt:lpstr>
      <vt:lpstr>Дополнительные настройки задач</vt:lpstr>
      <vt:lpstr>Чаты</vt:lpstr>
      <vt:lpstr>Пример проекта</vt:lpstr>
      <vt:lpstr>Перемещение задачи</vt:lpstr>
      <vt:lpstr>Дополнительные визуализации задач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Болгов Александр Игоревич</dc:creator>
  <cp:lastModifiedBy>Болгов Александр Игоревич</cp:lastModifiedBy>
  <cp:revision>3</cp:revision>
  <cp:lastPrinted>2025-09-26T12:19:50Z</cp:lastPrinted>
  <dcterms:created xsi:type="dcterms:W3CDTF">2025-09-26T12:12:15Z</dcterms:created>
  <dcterms:modified xsi:type="dcterms:W3CDTF">2025-09-26T13:51:05Z</dcterms:modified>
</cp:coreProperties>
</file>